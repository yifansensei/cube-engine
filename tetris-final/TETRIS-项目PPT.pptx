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TETRIS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C3AED"/>
                </a:solidFill>
              </a:rPr>
              <a:t>C++ 原生引擎俄罗斯方块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需求分析 · 系统设计 · 实现 · 部署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7"/>
                </a:solidFill>
              </a:rPr>
              <a:t>Electron + Node.js Native Addon (N-API)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7"/>
                </a:solidFill>
              </a:rPr>
              <a:t>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目录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需求分析文档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16276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用户角色 · 功能需求 · 非功能需求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9933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9933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功能原型设计稿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24942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界面布局 · 各模式原型 · 动效设计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61518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26151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数据结构设计说明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87121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架构总览 · C++ 核心结构 · 前端代理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23697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32369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接口设计说明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34930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IPC 通信 · N-API 绑定 · 数据流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8587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3858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测试文档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4114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单元测试 · 集成测试 · 边界条件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480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部署文档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4736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环境依赖 · 构建流程 · 打包分发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51023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07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5920" y="51023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DevOps 与 CI/CD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" y="53583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GitHub Actions · 质量门禁 · 发布策略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572414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08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5920" y="57241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项目演示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45920" y="598017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各模式展示 · 性能数据 · 路线图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7C3AED"/>
                </a:solidFill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需求分析文档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用户角色 · 功能需求（P0/P1/P2）· 非功能需求 · 用例图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2743200" cy="27432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1.1 项目背景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经典俄罗斯方块 + 创新玩法，基于 C++ 原生引擎驱动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Electron 壳层 + N-API 原生插件，核心逻辑由 C++ 执行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全帧率 60fps 稳定，不依赖 JS 垃圾回收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支持 6 种游戏模式：经典 · 对战 · 合作 · AI · 建造 · 挑战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1.2 用户角色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用户角色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核心场景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单人玩家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经典模式闯关、挑战模式限时、建造模式自由搭建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多人玩家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对战模式实时竞技、合作模式双人配合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观赏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模式自动对战，观看 AI 策略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成就猎人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成就系统解锁，挑战自我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1.3 功能需求列表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功能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核心玩法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方块移动/旋转/软降/硬降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核心玩法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消行计分 · 幽灵方块 · 锁定延迟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经典模式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关卡推进 · 目标分数递增 · Stage 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对战模式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双人同屏 · 垃圾行机制 · 硬降连击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合作模式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共享棋盘 · 双人操作 · 协同消行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建造模式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种搭建形状 · 随机挑战任务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挑战模式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限时挑战 · 难度梯度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模式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自动对战 AI · 策略决策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成就系统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成就追踪 · 解锁条件 · 通知弹窗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粒子特效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消行粒子 · 硬降连击文字 · Tetris 庆祝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回放系统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帧录制 · 回放播放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1.4 非功能需求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C++ 原生运算，60fps 稳定 —— 核心 loop 由 C++ update 驱动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帧同步：Renderer 每帧 syncFromNative 拉取状态，不做双向绑定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跨平台：Electron 包装，Win / Mac / Linux 三端同构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IPC 通信耗时控制在 1ms 以内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内存占用：游戏态 &lt; 50MB，闲置态 &lt; 20MB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1.5 帧循环流程图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2560320" cy="54864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processInput()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560320" cy="54864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41F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86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1F0D0"/>
                </a:solidFill>
              </a:rPr>
              <a:t>C++ update(dt)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2560320" cy="54864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syncFromNative()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3474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2560320" cy="54864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14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</a:rPr>
              <a:t>render() + updateUI()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760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677"/>
                </a:solidFill>
              </a:rPr>
              <a:t>↺ requestAnimationFrame 驱动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0" y="1371600"/>
            <a:ext cx="6858000" cy="4572000"/>
          </a:xfrm>
          <a:prstGeom prst="round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流程说明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21031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① 用户输入由 processInput 捕获，转化为 C++ 指令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26517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② C++ update(dt) 执行物理逻辑：重力/移动/旋转/锁定/消除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32004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③ syncFromNative 通过 IPC 拉取 C++ 最新状态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37490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④ applyNativeState 将状态写入 GameProxy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42976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⑤ render() 根据 GameProxy 绘制棋盘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0" y="48463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⑥ requestAnimationFrame 驱动循环，dt 上限 50ms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7C3AED"/>
                </a:solidFill>
              </a:rPr>
              <a:t>02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功能原型设计稿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界面布局 · 各模式原型 · 建造模式详述 · 动效反馈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2743200" cy="27432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2.1 界面布局总览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主界面：菜单 → 模式选择 → 游戏画面 → 游戏结束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游戏画面：玩家棋盘（10×20）居左/中，信息面板居右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双人模式：并排两个棋盘，中间分隔线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建造模式：侧边挑战任务卡 + 完成进度显示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操作方式：← → 移动 · ↑ / X 旋转 · ↓ 软降 · Space 硬降 · C Hold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WASD 映射方向键，支持手柄 (Gamepad API)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2.2 各模式原型对比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69494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棋盘数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特殊 UI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经典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关卡目标分 + Stage 推进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垃圾行指示器 · 连击 Combo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1（共享）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双人操作提示 · 跨行消除特效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挑战任务卡 · 建造完成度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状态面板 · 决策日志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挑战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倒计时 + 目标分数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2.3 建造模式原型（核心创新）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用特殊形状自由搭建，系统自动分配随机挑战任务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75895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挑战名称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描述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Tower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堆叠方块达到指定高度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水平方向悬挑结构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Symmetry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棋盘对称布局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Square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填充方形区域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Colorful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使用全部 7 种颜色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完整的一面墙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Staircase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阶梯状结构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572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</a:rPr>
              <a:t>挑战完成 → 金色粒子动效 + Combo 奖励 + 3 秒轮换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2.4 动效与反馈原型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动效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效果描述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消行闪烁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满行白色闪烁 → 炸裂粒子 → 行消失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Tetris 庆祝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TETRIS 大字 + 金色粒子喷泉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硬降连击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≥5 次连续硬降 → 彩色 Combo 文字弹出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方块锁定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落地微光粒子 + 锁定音效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呼吸心跳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棋盘颜色随堆叠高度变化 + 心跳音效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成就解锁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右下角弹出成就通知带图标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7C3AED"/>
                </a:solidFill>
              </a:rPr>
              <a:t>03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数据结构设计说明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架构总览 · C++ 核心数据结构 · 前端 GameProxy · 数据流图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2743200" cy="27432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3.1 整体架构图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188720"/>
            <a:ext cx="8229600" cy="59436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188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Renderer (HTML/CSS/JS)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0" y="118872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GameProxy · pixi.js 渲染 · UI 事件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677"/>
                </a:solidFill>
              </a:rPr>
              <a:t>   ↕  contextBridge (preload.js)  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2743200"/>
            <a:ext cx="8229600" cy="59436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7432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Electron Main Process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0" y="274320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IPC handlers · 桥接层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677"/>
                </a:solidFill>
              </a:rPr>
              <a:t>   ↕  N-API 调用  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4297680"/>
            <a:ext cx="8229600" cy="59436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41F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42976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F0D0"/>
                </a:solidFill>
              </a:rPr>
              <a:t>C++ Native Addon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42976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tetris_core.cpp · addon.cpp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3.2 C++ 核心数据结构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F0D0"/>
                </a:solidFill>
              </a:rPr>
              <a:t>class TetrisGame — 所有游戏逻辑由 C++ 执行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grid[ROWS][COLS];                     // 20×10 棋盘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7647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std::string gridNames[ROWS][COLS];         // 每格方块类型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2020824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std::string piece;                         // 当前方块名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253288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std::vector&lt;std::vector&lt;int&gt;&gt; currentShape;// 形状矩阵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pieceX, pieceY;                        // 位置坐标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304495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currentRotation;                       // 旋转态 0-3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3300984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355701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score, lines, level;                   // 分数/行数/等级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381304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gameOver, paused;                     // 游戏状态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406908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clearing, hasLocked;                  // 消除动画/已锁定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432511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clearTimer, dropInterval;            // 计时器(ms)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4581144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std::vector&lt;int&gt; clearRows;                // 待消除行索引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" y="483717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" y="50932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buildMode;                            // 建造模式标识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3.3 建造模式特殊结构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BuildMode 形状定义（与经典模式不同）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64922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形状名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描述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1×1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中心单格方块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水平双格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3×1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水平三格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4×1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水平四格（长条）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方形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CORNER_L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3×2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 形拐角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CORNER_J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3×2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 形拐角（镜像 L）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754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出生点：c = Math.floor((COLS-1)/2) = 4（0-indexed）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3.4 前端 GameProxy 数据结构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GameProxy — 纯数据容器，所有游戏逻辑由 C++ 后端执行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GameProxy {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0136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grid[][]              // 20×10 网格（从 C++ 同步）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09397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 / lines / level // 游戏进度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386584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gameOver / paused     // 状态标识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6791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piece / nextPiece     // 当前/下一个方块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currentShape / pieceX / pieceY  // 方块位置与形状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2644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currentRotation       // 旋转状态 0-3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55701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clearing / clearRows / clearTimer  // 消除动画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849624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dropInterval / lockDelay / lockDelayMax  // 物理参数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1422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buildMode             // 建造模式标识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_ghostY / _cachedClearRows  // 内部缓存值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7274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3.5 数据流图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0" y="1097280"/>
            <a:ext cx="3291840" cy="320040"/>
          </a:xfrm>
          <a:prstGeom prst="round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1097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用户按键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14447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677"/>
                </a:solidFill>
              </a:rPr>
              <a:t>    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792224"/>
            <a:ext cx="3291840" cy="320040"/>
          </a:xfrm>
          <a:prstGeom prst="roundRect">
            <a:avLst/>
          </a:prstGeom>
          <a:solidFill>
            <a:srgbClr val="141428"/>
          </a:solidFill>
          <a:ln w="6350">
            <a:solidFill>
              <a:srgbClr val="41F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79222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1F0D0"/>
                </a:solidFill>
              </a:rPr>
              <a:t>IPC move/rotate/drop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21396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677"/>
                </a:solidFill>
              </a:rPr>
              <a:t>    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2487168"/>
            <a:ext cx="3291840" cy="320040"/>
          </a:xfrm>
          <a:prstGeom prst="roundRect">
            <a:avLst/>
          </a:prstGeom>
          <a:solidFill>
            <a:srgbClr val="141428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4871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C++ update()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677"/>
                </a:solidFill>
              </a:rPr>
              <a:t>    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3182112"/>
            <a:ext cx="3291840" cy="320040"/>
          </a:xfrm>
          <a:prstGeom prst="round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31821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grid 更新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35295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677"/>
                </a:solidFill>
              </a:rPr>
              <a:t>    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3877056"/>
            <a:ext cx="3291840" cy="320040"/>
          </a:xfrm>
          <a:prstGeom prst="roundRect">
            <a:avLst/>
          </a:prstGeom>
          <a:solidFill>
            <a:srgbClr val="141428"/>
          </a:solidFill>
          <a:ln w="6350">
            <a:solidFill>
              <a:srgbClr val="41F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387705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1F0D0"/>
                </a:solidFill>
              </a:rPr>
              <a:t>getState() → JSON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4224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677"/>
                </a:solidFill>
              </a:rPr>
              <a:t>    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4572000"/>
            <a:ext cx="3291840" cy="320040"/>
          </a:xfrm>
          <a:prstGeom prst="roundRect">
            <a:avLst/>
          </a:prstGeom>
          <a:solidFill>
            <a:srgbClr val="14142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4572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applyNativeState()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4919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677"/>
                </a:solidFill>
              </a:rPr>
              <a:t>    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0" y="5266944"/>
            <a:ext cx="3291840" cy="320040"/>
          </a:xfrm>
          <a:prstGeom prst="roundRect">
            <a:avLst/>
          </a:prstGeom>
          <a:solidFill>
            <a:srgbClr val="141428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526694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</a:rPr>
              <a:t>render()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677"/>
                </a:solidFill>
              </a:rPr>
              <a:t>← syncFromNative 每帧拉取，不依赖 C++ 回调 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677"/>
                </a:solidFill>
              </a:rPr>
              <a:t>← C++ 是最终状态源，JS 只读取 + 渲染 →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7C3AED"/>
                </a:solidFill>
              </a:rPr>
              <a:t>04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接口设计说明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IPC 通信 · N-API 绑定 · 关键设计决策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2743200" cy="27432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4.1 IPC 接口总览 (contextBridge)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840480"/>
                <a:gridCol w="35661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接口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触发时机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update({game, dt})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驱动 C++ 帧更新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每帧调用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getState({game})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同步游戏状态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每帧/需要时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move({game, dir})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方块左右移动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用户按键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rotate({game, dir})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方块旋转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用户按键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drop({game, hard})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软降/硬降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用户按键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reset({game})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重置游戏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游戏开始/重开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init({game, mode})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初始化（难度/建造）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模式切换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aiTick({dt})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模式决策驱动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模式每帧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coopClearCheck()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合作模式联合消除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合作模式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4.2 C++ N-API 绑定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6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===== 核心游戏 API =====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TetrisGame::update(float dt);       // 主循环驱动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TetrisGame::move(int dx);           // 左右移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TetrisGame::rotate(int dir);        // 旋转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TetrisGame::hardDrop();             // 硬降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TetrisGame::reset();                // 重置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TetrisGame::setBuildMode(bool);     // 建造模式开关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6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===== 内部逻辑 =====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TetrisGame::lockPiece();            // 方块锁定 → grid 写入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TetrisGame::spawnPiece();           // 新方块生成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TetrisGame::afterLock();            // 锁定后回调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TetrisGame::clearLinesAndContinue();// 消除满行 → 继续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4754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6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===== 状态导出 =====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Napi::Object TetrisGame::getState();     // 全量状态序列化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4.3 IPC 通信序列图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                            Main Process                C++ Addon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                  │                           │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17007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│──update({game,dt})──→│                                      │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19568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                  │──napi call──→│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                  │                           │──update(dt)──→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                  │                           │   (grid modified)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                  │←──return───│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" y="29809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│──getState({game})──→│                                       │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323697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                  │──napi call──→│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34930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                  │                           │──getState()──→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                  │←──JSON───│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400507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│←──state JSON──│                                             │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42611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                  │                           │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57200" y="451713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│──applyNativeState()                                         │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477316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│──render()                                                   │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4.4 关键设计决策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10515600" cy="1097280"/>
          </a:xfrm>
          <a:prstGeom prst="round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25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为什么不做双向绑定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C++ 是最终状态源，JS 只负责读取和渲染。syncFromNative 每帧全量拉取，避免回调地狱和时序竞争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0515600" cy="1097280"/>
          </a:xfrm>
          <a:prstGeom prst="round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06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为什么每次 getState 全量序列化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全量状态 JSON &lt; 2KB，IPC 耗时 &lt; 0.3ms。增量方案复杂度远高于收益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0515600" cy="1097280"/>
          </a:xfrm>
          <a:prstGeom prst="round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886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建造模式 safety net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251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JS 端在 applyNativeState 中补充 grid[0].some() 检查，弥补 C++ 只检查 spawnPiece isValid 的覆盖盲区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7C3AED"/>
                </a:solidFill>
              </a:rPr>
              <a:t>05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测试文档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测试策略 · 核心用例 · 建造模式专项 · 边界条件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2743200" cy="27432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5.1 测试策略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单元测试（Jest）：GameProxy · applyNativeState · isValidShape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C++ 核心逻辑测试：通过 Node.js 调用验证游戏机制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集成测试：IPC 通信链路 + 状态同步正确性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手工测试：各模式 gameplay 体验验证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性能监控：帧率追踪 + 内存占用检查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5.2 核心测试用例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2062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方块移动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左右到边界 + 碰撞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不穿墙，正确停止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旋转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形旋转 + 墙踢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墙踢生效，不卡死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消行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满行 → 消除动画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分数+100，行数+1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Game Over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方块堆到顶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gameOver = true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建造模式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侧边堆到顶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gameOver 触发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垃圾行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对战消行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对手收到垃圾行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 方块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正确交换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5.3 建造模式专项测试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  <a:gridCol w="37490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场景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条件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清除误判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消除动画期间 grid[0] 被占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不触发 gameOver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堵死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grid[0][4] 被占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gameOver = true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侧边堆顶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grid[0][0~3] 被占，col4 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gameOver = true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全部清除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全满行 → 全部清除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游戏继续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挑战完成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构造 Tower/Beam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挑战完成 + 加分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5.4 边界条件测试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dt = 0 / dt 超大 ≥ 50ms — 帧稳定性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窗口最小化后恢复 — requestAnimationFrame 续帧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快速切换模式 — 状态重置完整性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极端快速按键 — 输入缓冲不丢帧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超长游戏时间（&gt; 1 小时）— 内存无泄漏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7C3AED"/>
                </a:solidFill>
              </a:rPr>
              <a:t>06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部署文档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环境依赖 · 构建流程 · 目录结构 · 打包分发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2743200" cy="27432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6.1 环境依赖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55778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组件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版本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18.x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运行时 + 构建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最新稳定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应用壳层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node-gyp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全局安装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C++ 编译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C++ 编译器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MSVC / GCC / Clang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原生插件编译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3.10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node-gyp 依赖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npm / yarn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包管理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6.2 构建流程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10058400" cy="3657600"/>
          </a:xfrm>
          <a:prstGeom prst="round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git clone &lt;repo&gt; &amp;&amp; cd tetris-new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2057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   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npm install                          # 安装 JS 依赖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2651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   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npx node-gyp rebuild                  # 编译 C++ addon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32461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   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npm run start                         # Electron 启动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npm run build                         # electron-builder 打包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6.3 目录结构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tetris-new/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48132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native/             # C++ 源码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77393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tetris_core.cpp  # 核心游戏引擎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066544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tetris_core.h    # 头文件 + 形状定义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35915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addon.cpp        # N-API 绑定层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renderer/            # 前端 UI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94436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index.html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23697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css/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529584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js/              # GameProxy, ui, main 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8221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main.js              # Electron 主进程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preload.js           # contextBridge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4074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binding.gyp          # node-gyp 构建配置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70001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package.json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6.4 打包分发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electron-builder 打包 Win (.exe) / Mac (.dmg) / Linux (.AppImage)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C++ addon 需预编译各平台二进制，按平台分发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打包命令：npm run build → dist/ 目录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●  自动包含 node_modules 和 C++ addon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7C3AED"/>
                </a:solidFill>
              </a:rPr>
              <a:t>07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DevOps 流程与 CI/CD 配置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GitHub Actions · 质量门禁 · 发布策略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2743200" cy="27432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7.1 CI/CD 流程图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3803904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代码提交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62472" y="1417320"/>
            <a:ext cx="54864" cy="118872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7" name="Text 5"/>
          <p:cNvSpPr/>
          <p:nvPr/>
        </p:nvSpPr>
        <p:spPr>
          <a:xfrm>
            <a:off x="3803904" y="1536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03904" y="19751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GitHub Actions 触发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62472" y="2295144"/>
            <a:ext cx="54864" cy="118872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0" name="Text 8"/>
          <p:cNvSpPr/>
          <p:nvPr/>
        </p:nvSpPr>
        <p:spPr>
          <a:xfrm>
            <a:off x="3803904" y="24140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03904" y="28529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1F0D0"/>
                </a:solidFill>
              </a:rPr>
              <a:t>npm install + node-gyp rebuild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62472" y="3172968"/>
            <a:ext cx="54864" cy="118872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3" name="Text 11"/>
          <p:cNvSpPr/>
          <p:nvPr/>
        </p:nvSpPr>
        <p:spPr>
          <a:xfrm>
            <a:off x="3803904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03904" y="37307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npm test (Jest)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62472" y="4050792"/>
            <a:ext cx="54864" cy="118872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6" name="Text 14"/>
          <p:cNvSpPr/>
          <p:nvPr/>
        </p:nvSpPr>
        <p:spPr>
          <a:xfrm>
            <a:off x="3803904" y="41696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03904" y="46085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electron-builder 打包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62472" y="4928616"/>
            <a:ext cx="54864" cy="118872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9" name="Text 17"/>
          <p:cNvSpPr/>
          <p:nvPr/>
        </p:nvSpPr>
        <p:spPr>
          <a:xfrm>
            <a:off x="3803904" y="50474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03904" y="5486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发布 Release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7.2 CI 配置 (GitHub Actions)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38988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build: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31520" y="1591056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${{ matrix.os }}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31520" y="1792224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strategy: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31520" y="199339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matrix: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os: [ubuntu-latest, windows-latest, macos-latest]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31520" y="23957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1520" y="2596896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" y="2798064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actions/setup-node@v4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31520" y="299923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node-version: '18'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31520" y="340156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Install dependencies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31520" y="3602736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npm install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31520" y="3803904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Build C++ addon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31520" y="400507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npx node-gyp rebuild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31520" y="4206240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Run tests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31520" y="440740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npm test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31520" y="4608576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Package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31520" y="4809744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npm run build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7.3 质量门禁 · 发布策略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10515600" cy="594360"/>
          </a:xfrm>
          <a:prstGeom prst="round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25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质量门禁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C++ addon 编译无警告；JS 测试通过率 100%；冒烟测试通过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0515600" cy="594360"/>
          </a:xfrm>
          <a:prstGeom prst="round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57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分支策略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2057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feature → develop → main；main 自动部署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0515600" cy="594360"/>
          </a:xfrm>
          <a:prstGeom prst="round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88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版本号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788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遵循 SemVer，Git tag 触发 Release CI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10515600" cy="594360"/>
          </a:xfrm>
          <a:prstGeom prst="round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20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发布频率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520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每周迭代，月度里程碑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0515600" cy="594360"/>
          </a:xfrm>
          <a:prstGeom prst="round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51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更新日志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4251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conventional commits → 自动生成 CHANGELOG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7C3AED"/>
                </a:solidFill>
              </a:rPr>
              <a:t>08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项目演示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各模式展示 · 性能数据 · 开发路线图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2743200" cy="27432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8.1 功能矩阵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69494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功能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状态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经典模式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关卡推进，目标分递增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对战模式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分屏 + 垃圾行 + Combo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合作模式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共享棋盘 + 协作消除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建造模式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形状 + 挑战任务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模式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自动对战 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挑战模式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限时挑战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成就系统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条件解锁 + 通知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粒子特效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消行/连击/庆祝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回放系统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帧录制 + 回放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8.2 经典模式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单人闯关，逐级提升目标分数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Stage 推进 + Target Score 递增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核心体验：消行 → Tetris → 高分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8.3 建造模式 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游戏最大特色模式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SINGLE/BAR2/BAR3/I/O/CORNER_L/CORNER_J 七种搭建形状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随机挑战：Tower/Beam/Symmetry/Square/Colorful/Wall/Staircase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挑战成功 Combo 累加奖励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任意方块到达顶部 → Game Over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0515600" cy="457200"/>
          </a:xfrm>
          <a:prstGeom prst="roundRect">
            <a:avLst/>
          </a:prstGeom>
          <a:solidFill>
            <a:srgbClr val="141428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BF24"/>
                </a:solidFill>
              </a:rPr>
              <a:t>🏗️ 建造模式是本游戏的核心差异化功能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8.4 对战模式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双人同屏 Face-to-Face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消行向对手发送垃圾行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硬降连击惩罚机制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看谁活到最后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8.5 合作模式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双人共享一个棋盘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一人搭台一人消除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协同 Tetris 双倍快乐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跨行消除粒子特效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8.6 AI 模式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内置自动对战 AI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AI 独立决策系统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观赏 AI 策略，学习技巧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8.7 成就系统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TETRIS! / 高速消行 / 全方块 / 建造大师 ...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成就追踪 + 弹窗通知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●  数据持久化保存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8.8 性能数据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5029200" cy="228600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帧率对比 (60fps 基准)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F0D0"/>
                </a:solidFill>
              </a:rPr>
              <a:t>C++ + Electron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920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58-60 fps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3991356" cy="91440"/>
          </a:xfrm>
          <a:prstGeom prst="rect">
            <a:avLst/>
          </a:prstGeom>
          <a:solidFill>
            <a:srgbClr val="41F0D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纯 JS (参考值)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30-45 fps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606040"/>
            <a:ext cx="2468880" cy="91440"/>
          </a:xfrm>
          <a:prstGeom prst="rect">
            <a:avLst/>
          </a:prstGeom>
          <a:solidFill>
            <a:srgbClr val="556677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280160"/>
            <a:ext cx="5029200" cy="2286000"/>
          </a:xfrm>
          <a:prstGeom prst="rect">
            <a:avLst/>
          </a:prstGeom>
          <a:solidFill>
            <a:srgbClr val="141428"/>
          </a:solidFill>
          <a:ln w="6350">
            <a:solidFill>
              <a:srgbClr val="1E1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资源占用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游戏态内存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~35 MB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闲置态内存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~18 MB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IPC 单次耗时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&lt; 0.3 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C++ update 耗时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&lt; 0.5 ms/帧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8.9 开发路线图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✅ 已完成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●  核心玩法（移动/旋转/消行/计分）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476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●  全部 6 种游戏模式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29514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●  成就系统 · 粒子特效 · 回放系统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4261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●  C++ 原生 addon 构建与集成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🔄 进行中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●  建造模式 Game Over 判定修复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8679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●  方块皮肤系统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📋 规划中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●  网络对战（WebSocket）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1480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●  全球排行榜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49554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●  自定义皮肤编辑器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8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8895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谢谢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TETRIS · C++ 原生引擎俄罗斯方块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7"/>
                </a:solidFill>
              </a:rPr>
              <a:t>Electron + Node.js Native Addon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TETRIS — C++ 原生引擎俄罗斯方块</dc:title>
  <dc:subject>PptxGenJS Presentation</dc:subject>
  <dc:creator>Tetris Dev Team</dc:creator>
  <cp:lastModifiedBy>Tetris Dev Team</cp:lastModifiedBy>
  <cp:revision>1</cp:revision>
  <dcterms:created xsi:type="dcterms:W3CDTF">2026-07-16T01:05:56Z</dcterms:created>
  <dcterms:modified xsi:type="dcterms:W3CDTF">2026-07-16T01:05:56Z</dcterms:modified>
</cp:coreProperties>
</file>